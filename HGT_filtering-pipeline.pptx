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7" r:id="rId2"/>
  </p:sldIdLst>
  <p:sldSz cx="25199975" cy="14712950"/>
  <p:notesSz cx="6858000" cy="9144000"/>
  <p:defaultTextStyle>
    <a:defPPr>
      <a:defRPr lang="en-US"/>
    </a:defPPr>
    <a:lvl1pPr marL="0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1pPr>
    <a:lvl2pPr marL="686166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2pPr>
    <a:lvl3pPr marL="1372332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3pPr>
    <a:lvl4pPr marL="2058497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4pPr>
    <a:lvl5pPr marL="2744663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5pPr>
    <a:lvl6pPr marL="3430829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6pPr>
    <a:lvl7pPr marL="4116995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7pPr>
    <a:lvl8pPr marL="4803160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8pPr>
    <a:lvl9pPr marL="5489326" algn="l" defTabSz="1372332" rtl="0" eaLnBrk="1" latinLnBrk="0" hangingPunct="1">
      <a:defRPr sz="2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22"/>
    <p:restoredTop sz="94663"/>
  </p:normalViewPr>
  <p:slideViewPr>
    <p:cSldViewPr snapToGrid="0" snapToObjects="1">
      <p:cViewPr varScale="1">
        <p:scale>
          <a:sx n="54" d="100"/>
          <a:sy n="54" d="100"/>
        </p:scale>
        <p:origin x="9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2407884"/>
            <a:ext cx="18899981" cy="5122286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7727705"/>
            <a:ext cx="18899981" cy="3552223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1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0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3668023"/>
            <a:ext cx="21734978" cy="6120177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9846099"/>
            <a:ext cx="21734978" cy="3218457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75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3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3916642"/>
            <a:ext cx="10709989" cy="93352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3916642"/>
            <a:ext cx="10709989" cy="933523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9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783329"/>
            <a:ext cx="21734978" cy="2843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3606717"/>
            <a:ext cx="10660770" cy="1767596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5374314"/>
            <a:ext cx="10660770" cy="79048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3606717"/>
            <a:ext cx="10713272" cy="1767596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5374314"/>
            <a:ext cx="10713272" cy="79048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7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5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2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980863"/>
            <a:ext cx="8127647" cy="3433022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118393"/>
            <a:ext cx="12757487" cy="10455731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4413885"/>
            <a:ext cx="8127647" cy="8177268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980863"/>
            <a:ext cx="8127647" cy="3433022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118393"/>
            <a:ext cx="12757487" cy="10455731"/>
          </a:xfrm>
        </p:spPr>
        <p:txBody>
          <a:bodyPr anchor="t"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4413885"/>
            <a:ext cx="8127647" cy="8177268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3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783328"/>
            <a:ext cx="5433745" cy="124685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783328"/>
            <a:ext cx="15986234" cy="1246854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3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783329"/>
            <a:ext cx="21734978" cy="2843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3916642"/>
            <a:ext cx="21734978" cy="9335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3636726"/>
            <a:ext cx="5669994" cy="783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6A93F-6D44-2341-95C7-2E010A24378A}" type="datetimeFigureOut">
              <a:rPr lang="en-US" smtClean="0"/>
              <a:t>4/1/25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3636726"/>
            <a:ext cx="8504992" cy="783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3636726"/>
            <a:ext cx="5669994" cy="783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BD39A-A1E8-D34C-AEB2-BBAA6F055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6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15BB4-6BA6-2049-8E82-70645DB193B4}"/>
              </a:ext>
            </a:extLst>
          </p:cNvPr>
          <p:cNvSpPr txBox="1"/>
          <p:nvPr/>
        </p:nvSpPr>
        <p:spPr>
          <a:xfrm>
            <a:off x="11808013" y="418076"/>
            <a:ext cx="1091966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Genome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14E54-D4CF-194B-9C3B-AEE4FF6C22B6}"/>
              </a:ext>
            </a:extLst>
          </p:cNvPr>
          <p:cNvSpPr txBox="1"/>
          <p:nvPr/>
        </p:nvSpPr>
        <p:spPr>
          <a:xfrm>
            <a:off x="6317033" y="1661673"/>
            <a:ext cx="1880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1.v1. Unfiltered inserts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80F88-E331-2047-9AD7-ABE3E9C884B3}"/>
              </a:ext>
            </a:extLst>
          </p:cNvPr>
          <p:cNvSpPr txBox="1"/>
          <p:nvPr/>
        </p:nvSpPr>
        <p:spPr>
          <a:xfrm>
            <a:off x="16753247" y="1661673"/>
            <a:ext cx="1880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1.v2. Unfiltered inserts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F653F-7200-2D41-880A-CA0582D478BF}"/>
              </a:ext>
            </a:extLst>
          </p:cNvPr>
          <p:cNvSpPr txBox="1"/>
          <p:nvPr/>
        </p:nvSpPr>
        <p:spPr>
          <a:xfrm>
            <a:off x="6061962" y="2666126"/>
            <a:ext cx="23907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2.v1.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BABE2-F8ED-174A-8D10-E377AEB6701E}"/>
              </a:ext>
            </a:extLst>
          </p:cNvPr>
          <p:cNvSpPr txBox="1"/>
          <p:nvPr/>
        </p:nvSpPr>
        <p:spPr>
          <a:xfrm>
            <a:off x="16429633" y="2666126"/>
            <a:ext cx="23907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2.v2.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E3A89-700F-BD4B-B39C-DD01A77A5980}"/>
              </a:ext>
            </a:extLst>
          </p:cNvPr>
          <p:cNvSpPr txBox="1"/>
          <p:nvPr/>
        </p:nvSpPr>
        <p:spPr>
          <a:xfrm>
            <a:off x="258477" y="156466"/>
            <a:ext cx="436272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Note: </a:t>
            </a:r>
            <a:r>
              <a:rPr lang="en-US" sz="1600" i="1" dirty="0"/>
              <a:t>The numbers/versions alongside the inserts can be used for version control (e.g. associated with a spreadsheet with all the counts for each step. They do not related to the numbered filtering steps/scripts in the bioinformatic pipeline.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581CBE-81DD-0B46-8031-F67E8607273D}"/>
              </a:ext>
            </a:extLst>
          </p:cNvPr>
          <p:cNvSpPr txBox="1"/>
          <p:nvPr/>
        </p:nvSpPr>
        <p:spPr>
          <a:xfrm>
            <a:off x="6061961" y="3979571"/>
            <a:ext cx="23907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3.v1.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E8C63-93C8-384C-B5CC-2DD847BFE618}"/>
              </a:ext>
            </a:extLst>
          </p:cNvPr>
          <p:cNvSpPr txBox="1"/>
          <p:nvPr/>
        </p:nvSpPr>
        <p:spPr>
          <a:xfrm>
            <a:off x="16429631" y="3979571"/>
            <a:ext cx="23907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3.v2.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0C5D7-03F6-1846-A65C-2427BD56E71C}"/>
              </a:ext>
            </a:extLst>
          </p:cNvPr>
          <p:cNvSpPr txBox="1"/>
          <p:nvPr/>
        </p:nvSpPr>
        <p:spPr>
          <a:xfrm>
            <a:off x="6034349" y="5536098"/>
            <a:ext cx="239071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4.v1.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82D8C-47B0-3D47-9A60-CC4C6989A90D}"/>
              </a:ext>
            </a:extLst>
          </p:cNvPr>
          <p:cNvSpPr txBox="1"/>
          <p:nvPr/>
        </p:nvSpPr>
        <p:spPr>
          <a:xfrm>
            <a:off x="16402020" y="5536098"/>
            <a:ext cx="239071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4.v3.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7531FA-3444-C844-9A50-CF0405B132EA}"/>
              </a:ext>
            </a:extLst>
          </p:cNvPr>
          <p:cNvSpPr txBox="1"/>
          <p:nvPr/>
        </p:nvSpPr>
        <p:spPr>
          <a:xfrm>
            <a:off x="3351167" y="7492088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5.v1.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8EFCF4-FD6E-5740-B1AD-844F219CBE0D}"/>
              </a:ext>
            </a:extLst>
          </p:cNvPr>
          <p:cNvSpPr txBox="1"/>
          <p:nvPr/>
        </p:nvSpPr>
        <p:spPr>
          <a:xfrm>
            <a:off x="13719467" y="7492087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5.v3.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599CAE-ADFC-6845-AFC5-1C194EAFA687}"/>
              </a:ext>
            </a:extLst>
          </p:cNvPr>
          <p:cNvSpPr txBox="1"/>
          <p:nvPr/>
        </p:nvSpPr>
        <p:spPr>
          <a:xfrm>
            <a:off x="8714629" y="7492087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5.v2.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C6E06-CF48-7C4E-B0EE-0128302E3FB2}"/>
              </a:ext>
            </a:extLst>
          </p:cNvPr>
          <p:cNvSpPr txBox="1"/>
          <p:nvPr/>
        </p:nvSpPr>
        <p:spPr>
          <a:xfrm>
            <a:off x="18944585" y="7492087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5.v4.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803DC-BA7F-8348-B934-4F6965560027}"/>
              </a:ext>
            </a:extLst>
          </p:cNvPr>
          <p:cNvSpPr txBox="1"/>
          <p:nvPr/>
        </p:nvSpPr>
        <p:spPr>
          <a:xfrm>
            <a:off x="4621204" y="9963638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6.v2. Unique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CF1A8D-F2E4-8949-8F56-5FE413556E18}"/>
              </a:ext>
            </a:extLst>
          </p:cNvPr>
          <p:cNvSpPr txBox="1"/>
          <p:nvPr/>
        </p:nvSpPr>
        <p:spPr>
          <a:xfrm>
            <a:off x="6964155" y="9963638"/>
            <a:ext cx="29218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6.v3. Filtered inserts with duplicates: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65CE1A-9B65-7246-8EB7-71B05551D801}"/>
              </a:ext>
            </a:extLst>
          </p:cNvPr>
          <p:cNvSpPr txBox="1"/>
          <p:nvPr/>
        </p:nvSpPr>
        <p:spPr>
          <a:xfrm>
            <a:off x="9888196" y="9963638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6.v4. Unique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58E0FA-05D3-044E-8785-C34DFEB30E50}"/>
              </a:ext>
            </a:extLst>
          </p:cNvPr>
          <p:cNvSpPr txBox="1"/>
          <p:nvPr/>
        </p:nvSpPr>
        <p:spPr>
          <a:xfrm>
            <a:off x="12155095" y="9963638"/>
            <a:ext cx="29218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6.v5. Filtered inserts with duplicates: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5D64B0-5957-B04E-8FD0-BC829C50747A}"/>
              </a:ext>
            </a:extLst>
          </p:cNvPr>
          <p:cNvSpPr txBox="1"/>
          <p:nvPr/>
        </p:nvSpPr>
        <p:spPr>
          <a:xfrm>
            <a:off x="15031043" y="9963638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6.v6. Unique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F44069-ACD7-C542-8C9C-5452C8B4AC69}"/>
              </a:ext>
            </a:extLst>
          </p:cNvPr>
          <p:cNvSpPr txBox="1"/>
          <p:nvPr/>
        </p:nvSpPr>
        <p:spPr>
          <a:xfrm>
            <a:off x="17308537" y="9963638"/>
            <a:ext cx="29218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6.v7. Filtered inserts with duplicates: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3ADC7-E279-F340-AC3D-CCB493C02103}"/>
              </a:ext>
            </a:extLst>
          </p:cNvPr>
          <p:cNvSpPr txBox="1"/>
          <p:nvPr/>
        </p:nvSpPr>
        <p:spPr>
          <a:xfrm>
            <a:off x="20383230" y="9963638"/>
            <a:ext cx="239071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6.v8. Unique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9BC1-7C5A-7046-99A9-6BBCB024205D}"/>
              </a:ext>
            </a:extLst>
          </p:cNvPr>
          <p:cNvSpPr txBox="1"/>
          <p:nvPr/>
        </p:nvSpPr>
        <p:spPr>
          <a:xfrm>
            <a:off x="1780756" y="9963638"/>
            <a:ext cx="29218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6.v1. Filtered inserts with duplicates: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F5C63B-4DB0-AD4D-911F-26DE25E9492B}"/>
              </a:ext>
            </a:extLst>
          </p:cNvPr>
          <p:cNvSpPr txBox="1"/>
          <p:nvPr/>
        </p:nvSpPr>
        <p:spPr>
          <a:xfrm>
            <a:off x="4059056" y="12270663"/>
            <a:ext cx="336566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7.v1. Unique putatively old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3EEB91-7CEB-3740-B88F-B4E8D8933F71}"/>
              </a:ext>
            </a:extLst>
          </p:cNvPr>
          <p:cNvSpPr txBox="1"/>
          <p:nvPr/>
        </p:nvSpPr>
        <p:spPr>
          <a:xfrm>
            <a:off x="9419013" y="12270663"/>
            <a:ext cx="336566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7.v2. Unique putatively old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1">
                    <a:lumMod val="75000"/>
                  </a:schemeClr>
                </a:solidFill>
              </a:rPr>
              <a:t>Standard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C9C604-83BF-D946-9DA4-D7F31A751C55}"/>
              </a:ext>
            </a:extLst>
          </p:cNvPr>
          <p:cNvSpPr txBox="1"/>
          <p:nvPr/>
        </p:nvSpPr>
        <p:spPr>
          <a:xfrm>
            <a:off x="14543571" y="12270663"/>
            <a:ext cx="336566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7.v3. Unique putatively old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Similar </a:t>
            </a:r>
            <a:r>
              <a:rPr lang="en-US" sz="1400" i="1" dirty="0" err="1">
                <a:solidFill>
                  <a:schemeClr val="accent6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 vs bac BLAST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11AD6F-0807-4F46-911F-98514BB41463}"/>
              </a:ext>
            </a:extLst>
          </p:cNvPr>
          <p:cNvSpPr txBox="1"/>
          <p:nvPr/>
        </p:nvSpPr>
        <p:spPr>
          <a:xfrm>
            <a:off x="19968909" y="12270663"/>
            <a:ext cx="336566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7.v4. Unique putatively old filtered inserts:</a:t>
            </a:r>
          </a:p>
          <a:p>
            <a:pPr algn="ctr"/>
            <a:r>
              <a:rPr lang="en-US" sz="1400" dirty="0"/>
              <a:t>- Insert length vs contig length</a:t>
            </a:r>
          </a:p>
          <a:p>
            <a:pPr algn="ctr"/>
            <a:r>
              <a:rPr lang="en-US" sz="1400" dirty="0"/>
              <a:t>- False duplications</a:t>
            </a:r>
          </a:p>
          <a:p>
            <a:pPr algn="ctr"/>
            <a:r>
              <a:rPr lang="en-US" sz="1400" dirty="0"/>
              <a:t>- Flanked by Ns</a:t>
            </a:r>
          </a:p>
          <a:p>
            <a:pPr algn="ctr"/>
            <a:r>
              <a:rPr lang="en-US" sz="1400" dirty="0"/>
              <a:t>- Non-target bacteria</a:t>
            </a:r>
          </a:p>
          <a:p>
            <a:pPr algn="ctr"/>
            <a:r>
              <a:rPr lang="en-US" sz="1400" i="1" dirty="0">
                <a:solidFill>
                  <a:schemeClr val="accent2">
                    <a:lumMod val="75000"/>
                  </a:schemeClr>
                </a:solidFill>
              </a:rPr>
              <a:t>Alternate thresholds</a:t>
            </a:r>
          </a:p>
          <a:p>
            <a:pPr algn="ctr"/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Higher </a:t>
            </a:r>
            <a:r>
              <a:rPr lang="en-US" sz="1400" i="1" dirty="0" err="1">
                <a:solidFill>
                  <a:schemeClr val="accent4">
                    <a:lumMod val="75000"/>
                  </a:schemeClr>
                </a:solidFill>
              </a:rPr>
              <a:t>Blatta</a:t>
            </a:r>
            <a:r>
              <a:rPr lang="en-US" sz="1400" i="1" dirty="0">
                <a:solidFill>
                  <a:schemeClr val="accent4">
                    <a:lumMod val="75000"/>
                  </a:schemeClr>
                </a:solidFill>
              </a:rPr>
              <a:t> vs bac BLAST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542E3C-41E7-FD46-9C1D-F365971515B2}"/>
              </a:ext>
            </a:extLst>
          </p:cNvPr>
          <p:cNvCxnSpPr>
            <a:cxnSpLocks/>
          </p:cNvCxnSpPr>
          <p:nvPr/>
        </p:nvCxnSpPr>
        <p:spPr>
          <a:xfrm flipH="1">
            <a:off x="8425068" y="818186"/>
            <a:ext cx="3114660" cy="843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1618980-A340-1F47-82EA-5C084CF4A795}"/>
              </a:ext>
            </a:extLst>
          </p:cNvPr>
          <p:cNvCxnSpPr>
            <a:cxnSpLocks/>
          </p:cNvCxnSpPr>
          <p:nvPr/>
        </p:nvCxnSpPr>
        <p:spPr>
          <a:xfrm>
            <a:off x="13198236" y="818186"/>
            <a:ext cx="3114660" cy="843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06E5BA-C654-3F4E-B9B8-E3F947AD2A6C}"/>
              </a:ext>
            </a:extLst>
          </p:cNvPr>
          <p:cNvCxnSpPr>
            <a:cxnSpLocks/>
          </p:cNvCxnSpPr>
          <p:nvPr/>
        </p:nvCxnSpPr>
        <p:spPr>
          <a:xfrm flipH="1">
            <a:off x="5193792" y="6695700"/>
            <a:ext cx="1090718" cy="7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9A33471-62BE-7F43-9620-3F1CD06AF201}"/>
              </a:ext>
            </a:extLst>
          </p:cNvPr>
          <p:cNvCxnSpPr>
            <a:cxnSpLocks/>
          </p:cNvCxnSpPr>
          <p:nvPr/>
        </p:nvCxnSpPr>
        <p:spPr>
          <a:xfrm>
            <a:off x="8028432" y="6705649"/>
            <a:ext cx="1090718" cy="7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362F95-BDF6-A345-96CD-23CF9CBBE1AC}"/>
              </a:ext>
            </a:extLst>
          </p:cNvPr>
          <p:cNvCxnSpPr>
            <a:cxnSpLocks/>
          </p:cNvCxnSpPr>
          <p:nvPr/>
        </p:nvCxnSpPr>
        <p:spPr>
          <a:xfrm flipH="1">
            <a:off x="15550896" y="6765602"/>
            <a:ext cx="1090718" cy="716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F8BC59-06BB-5541-893D-9FE70645B471}"/>
              </a:ext>
            </a:extLst>
          </p:cNvPr>
          <p:cNvCxnSpPr>
            <a:cxnSpLocks/>
          </p:cNvCxnSpPr>
          <p:nvPr/>
        </p:nvCxnSpPr>
        <p:spPr>
          <a:xfrm>
            <a:off x="18385536" y="6775551"/>
            <a:ext cx="789581" cy="5782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10A0AC-93A2-0041-BFEB-449ECABBB3C5}"/>
              </a:ext>
            </a:extLst>
          </p:cNvPr>
          <p:cNvCxnSpPr>
            <a:cxnSpLocks/>
          </p:cNvCxnSpPr>
          <p:nvPr/>
        </p:nvCxnSpPr>
        <p:spPr>
          <a:xfrm flipH="1">
            <a:off x="3241668" y="9169814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C795674-A231-1A43-9999-A5CAF1038820}"/>
              </a:ext>
            </a:extLst>
          </p:cNvPr>
          <p:cNvCxnSpPr>
            <a:cxnSpLocks/>
          </p:cNvCxnSpPr>
          <p:nvPr/>
        </p:nvCxnSpPr>
        <p:spPr>
          <a:xfrm>
            <a:off x="5289924" y="9164458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117AC9-5995-FC40-B4B4-C40DD8B4716D}"/>
              </a:ext>
            </a:extLst>
          </p:cNvPr>
          <p:cNvCxnSpPr>
            <a:cxnSpLocks/>
          </p:cNvCxnSpPr>
          <p:nvPr/>
        </p:nvCxnSpPr>
        <p:spPr>
          <a:xfrm flipH="1">
            <a:off x="8511733" y="9159102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07072E-0B6B-2B42-8BC1-551B18E41FAE}"/>
              </a:ext>
            </a:extLst>
          </p:cNvPr>
          <p:cNvCxnSpPr>
            <a:cxnSpLocks/>
          </p:cNvCxnSpPr>
          <p:nvPr/>
        </p:nvCxnSpPr>
        <p:spPr>
          <a:xfrm>
            <a:off x="10559989" y="9153746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1A2F39-6529-784E-8A96-E2E80E7CDD48}"/>
              </a:ext>
            </a:extLst>
          </p:cNvPr>
          <p:cNvCxnSpPr>
            <a:cxnSpLocks/>
          </p:cNvCxnSpPr>
          <p:nvPr/>
        </p:nvCxnSpPr>
        <p:spPr>
          <a:xfrm flipH="1">
            <a:off x="13668949" y="9164458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7705B34-B6D8-7B4E-8B80-B3788AD858D7}"/>
              </a:ext>
            </a:extLst>
          </p:cNvPr>
          <p:cNvCxnSpPr>
            <a:cxnSpLocks/>
          </p:cNvCxnSpPr>
          <p:nvPr/>
        </p:nvCxnSpPr>
        <p:spPr>
          <a:xfrm>
            <a:off x="15717205" y="9159102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70DF88-C8CE-6C41-94E0-CCBE2962DFE7}"/>
              </a:ext>
            </a:extLst>
          </p:cNvPr>
          <p:cNvCxnSpPr>
            <a:cxnSpLocks/>
          </p:cNvCxnSpPr>
          <p:nvPr/>
        </p:nvCxnSpPr>
        <p:spPr>
          <a:xfrm flipH="1">
            <a:off x="18902438" y="9189103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C79D365-6767-2548-8FD4-11D193AC844C}"/>
              </a:ext>
            </a:extLst>
          </p:cNvPr>
          <p:cNvCxnSpPr>
            <a:cxnSpLocks/>
          </p:cNvCxnSpPr>
          <p:nvPr/>
        </p:nvCxnSpPr>
        <p:spPr>
          <a:xfrm>
            <a:off x="20950694" y="9183747"/>
            <a:ext cx="545359" cy="650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D8769D7-6309-EF43-949D-3F5D6A94F337}"/>
              </a:ext>
            </a:extLst>
          </p:cNvPr>
          <p:cNvCxnSpPr>
            <a:cxnSpLocks/>
          </p:cNvCxnSpPr>
          <p:nvPr/>
        </p:nvCxnSpPr>
        <p:spPr>
          <a:xfrm>
            <a:off x="7257320" y="2184893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F9459E-08E5-9D46-B1F7-DD88BFA29DB7}"/>
              </a:ext>
            </a:extLst>
          </p:cNvPr>
          <p:cNvCxnSpPr>
            <a:cxnSpLocks/>
          </p:cNvCxnSpPr>
          <p:nvPr/>
        </p:nvCxnSpPr>
        <p:spPr>
          <a:xfrm>
            <a:off x="7244108" y="3458626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87FD5F4-0AC1-8348-A9D6-105805AE84E0}"/>
              </a:ext>
            </a:extLst>
          </p:cNvPr>
          <p:cNvCxnSpPr>
            <a:cxnSpLocks/>
          </p:cNvCxnSpPr>
          <p:nvPr/>
        </p:nvCxnSpPr>
        <p:spPr>
          <a:xfrm>
            <a:off x="7225820" y="4970254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2A524E1-5C8A-434E-A3CE-95287F8AE912}"/>
              </a:ext>
            </a:extLst>
          </p:cNvPr>
          <p:cNvCxnSpPr>
            <a:cxnSpLocks/>
          </p:cNvCxnSpPr>
          <p:nvPr/>
        </p:nvCxnSpPr>
        <p:spPr>
          <a:xfrm>
            <a:off x="17610591" y="2184893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7DA0B2E-3885-3840-B80A-8EFD30152B76}"/>
              </a:ext>
            </a:extLst>
          </p:cNvPr>
          <p:cNvCxnSpPr>
            <a:cxnSpLocks/>
          </p:cNvCxnSpPr>
          <p:nvPr/>
        </p:nvCxnSpPr>
        <p:spPr>
          <a:xfrm>
            <a:off x="17597379" y="3458626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CA2B6A-89CA-F947-B4C1-3DC707B03094}"/>
              </a:ext>
            </a:extLst>
          </p:cNvPr>
          <p:cNvCxnSpPr>
            <a:cxnSpLocks/>
          </p:cNvCxnSpPr>
          <p:nvPr/>
        </p:nvCxnSpPr>
        <p:spPr>
          <a:xfrm>
            <a:off x="17579091" y="4970254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42505FD-B585-CB4E-B35F-301B8EB11289}"/>
              </a:ext>
            </a:extLst>
          </p:cNvPr>
          <p:cNvCxnSpPr>
            <a:cxnSpLocks/>
          </p:cNvCxnSpPr>
          <p:nvPr/>
        </p:nvCxnSpPr>
        <p:spPr>
          <a:xfrm>
            <a:off x="5739151" y="11673804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8DB00C-870A-BC42-8ED2-66844AAD633A}"/>
              </a:ext>
            </a:extLst>
          </p:cNvPr>
          <p:cNvCxnSpPr>
            <a:cxnSpLocks/>
          </p:cNvCxnSpPr>
          <p:nvPr/>
        </p:nvCxnSpPr>
        <p:spPr>
          <a:xfrm>
            <a:off x="11159522" y="11673804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A25FCA-0518-6C43-BE79-1A1DD2B9ABB9}"/>
              </a:ext>
            </a:extLst>
          </p:cNvPr>
          <p:cNvCxnSpPr>
            <a:cxnSpLocks/>
          </p:cNvCxnSpPr>
          <p:nvPr/>
        </p:nvCxnSpPr>
        <p:spPr>
          <a:xfrm>
            <a:off x="16254214" y="11690400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96B6762-DEA1-0944-8412-9AAFC714DE40}"/>
              </a:ext>
            </a:extLst>
          </p:cNvPr>
          <p:cNvCxnSpPr>
            <a:cxnSpLocks/>
          </p:cNvCxnSpPr>
          <p:nvPr/>
        </p:nvCxnSpPr>
        <p:spPr>
          <a:xfrm>
            <a:off x="21651741" y="11673804"/>
            <a:ext cx="0" cy="4477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CFA791-7395-0F41-A253-0F55DF30BD04}"/>
              </a:ext>
            </a:extLst>
          </p:cNvPr>
          <p:cNvCxnSpPr>
            <a:cxnSpLocks/>
          </p:cNvCxnSpPr>
          <p:nvPr/>
        </p:nvCxnSpPr>
        <p:spPr>
          <a:xfrm>
            <a:off x="19055347" y="7492087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32D2D1E-B2A9-5044-BA8E-BF3D978C916A}"/>
              </a:ext>
            </a:extLst>
          </p:cNvPr>
          <p:cNvCxnSpPr>
            <a:cxnSpLocks/>
          </p:cNvCxnSpPr>
          <p:nvPr/>
        </p:nvCxnSpPr>
        <p:spPr>
          <a:xfrm flipH="1">
            <a:off x="18982194" y="7477491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DBAFD56-D0F4-D341-98B5-748D8F7D59F8}"/>
              </a:ext>
            </a:extLst>
          </p:cNvPr>
          <p:cNvCxnSpPr>
            <a:cxnSpLocks/>
          </p:cNvCxnSpPr>
          <p:nvPr/>
        </p:nvCxnSpPr>
        <p:spPr>
          <a:xfrm>
            <a:off x="17762459" y="10062629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8F89C1-81D7-0642-A9B0-316095547C71}"/>
              </a:ext>
            </a:extLst>
          </p:cNvPr>
          <p:cNvCxnSpPr>
            <a:cxnSpLocks/>
          </p:cNvCxnSpPr>
          <p:nvPr/>
        </p:nvCxnSpPr>
        <p:spPr>
          <a:xfrm flipH="1">
            <a:off x="17689306" y="10048033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986DC53-0750-5643-87C2-A3D33991F6C4}"/>
              </a:ext>
            </a:extLst>
          </p:cNvPr>
          <p:cNvCxnSpPr>
            <a:cxnSpLocks/>
          </p:cNvCxnSpPr>
          <p:nvPr/>
        </p:nvCxnSpPr>
        <p:spPr>
          <a:xfrm>
            <a:off x="20476797" y="10064997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D4269B3-9F39-A643-BC33-A7E062BD74CC}"/>
              </a:ext>
            </a:extLst>
          </p:cNvPr>
          <p:cNvCxnSpPr>
            <a:cxnSpLocks/>
          </p:cNvCxnSpPr>
          <p:nvPr/>
        </p:nvCxnSpPr>
        <p:spPr>
          <a:xfrm flipH="1">
            <a:off x="20403644" y="10050401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26C822E-11C4-B147-9076-77A03CB1D3A3}"/>
              </a:ext>
            </a:extLst>
          </p:cNvPr>
          <p:cNvCxnSpPr>
            <a:cxnSpLocks/>
          </p:cNvCxnSpPr>
          <p:nvPr/>
        </p:nvCxnSpPr>
        <p:spPr>
          <a:xfrm>
            <a:off x="20694635" y="12301592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71ACAA0-1787-8D4A-A4D5-23BAEF437826}"/>
              </a:ext>
            </a:extLst>
          </p:cNvPr>
          <p:cNvCxnSpPr>
            <a:cxnSpLocks/>
          </p:cNvCxnSpPr>
          <p:nvPr/>
        </p:nvCxnSpPr>
        <p:spPr>
          <a:xfrm flipH="1">
            <a:off x="20621482" y="12286996"/>
            <a:ext cx="2279957" cy="160043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EFD2F0-AB0D-D646-8D42-11EA7591001B}"/>
              </a:ext>
            </a:extLst>
          </p:cNvPr>
          <p:cNvSpPr txBox="1"/>
          <p:nvPr/>
        </p:nvSpPr>
        <p:spPr>
          <a:xfrm>
            <a:off x="21014135" y="5902971"/>
            <a:ext cx="271309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We are not including these crossed out versions 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45AF5539-A94D-694C-8FCD-8D145D601C78}"/>
              </a:ext>
            </a:extLst>
          </p:cNvPr>
          <p:cNvSpPr/>
          <p:nvPr/>
        </p:nvSpPr>
        <p:spPr>
          <a:xfrm rot="2059356">
            <a:off x="21796278" y="6637310"/>
            <a:ext cx="334061" cy="95566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8F41EC-5414-9947-BA86-0EE73DD64AC7}"/>
              </a:ext>
            </a:extLst>
          </p:cNvPr>
          <p:cNvSpPr/>
          <p:nvPr/>
        </p:nvSpPr>
        <p:spPr>
          <a:xfrm rot="20022199">
            <a:off x="17699224" y="7117124"/>
            <a:ext cx="6259540" cy="76967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3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1429</TotalTime>
  <Words>687</Words>
  <Application>Microsoft Macintosh PowerPoint</Application>
  <PresentationFormat>Custom</PresentationFormat>
  <Paragraphs>143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</cp:revision>
  <dcterms:created xsi:type="dcterms:W3CDTF">2025-03-26T20:16:19Z</dcterms:created>
  <dcterms:modified xsi:type="dcterms:W3CDTF">2025-04-01T12:34:03Z</dcterms:modified>
</cp:coreProperties>
</file>