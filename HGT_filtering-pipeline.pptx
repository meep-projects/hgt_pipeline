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8" r:id="rId2"/>
  </p:sldIdLst>
  <p:sldSz cx="25199975" cy="14712950"/>
  <p:notesSz cx="6858000" cy="9144000"/>
  <p:defaultTextStyle>
    <a:defPPr>
      <a:defRPr lang="en-US"/>
    </a:defPPr>
    <a:lvl1pPr marL="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1pPr>
    <a:lvl2pPr marL="68616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2pPr>
    <a:lvl3pPr marL="1372332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3pPr>
    <a:lvl4pPr marL="2058497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4pPr>
    <a:lvl5pPr marL="2744663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5pPr>
    <a:lvl6pPr marL="3430829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6pPr>
    <a:lvl7pPr marL="4116995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7pPr>
    <a:lvl8pPr marL="480316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8pPr>
    <a:lvl9pPr marL="548932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45"/>
    <p:restoredTop sz="94663"/>
  </p:normalViewPr>
  <p:slideViewPr>
    <p:cSldViewPr snapToGrid="0" snapToObjects="1">
      <p:cViewPr varScale="1">
        <p:scale>
          <a:sx n="43" d="100"/>
          <a:sy n="43" d="100"/>
        </p:scale>
        <p:origin x="288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49997" y="2407884"/>
            <a:ext cx="18899981" cy="5122286"/>
          </a:xfrm>
        </p:spPr>
        <p:txBody>
          <a:bodyPr anchor="b"/>
          <a:lstStyle>
            <a:lvl1pPr algn="ctr"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7727705"/>
            <a:ext cx="18899981" cy="3552223"/>
          </a:xfrm>
        </p:spPr>
        <p:txBody>
          <a:bodyPr/>
          <a:lstStyle>
            <a:lvl1pPr marL="0" indent="0" algn="ctr">
              <a:buNone/>
              <a:defRPr sz="4961"/>
            </a:lvl1pPr>
            <a:lvl2pPr marL="944987" indent="0" algn="ctr">
              <a:buNone/>
              <a:defRPr sz="4134"/>
            </a:lvl2pPr>
            <a:lvl3pPr marL="1889973" indent="0" algn="ctr">
              <a:buNone/>
              <a:defRPr sz="3720"/>
            </a:lvl3pPr>
            <a:lvl4pPr marL="2834960" indent="0" algn="ctr">
              <a:buNone/>
              <a:defRPr sz="3307"/>
            </a:lvl4pPr>
            <a:lvl5pPr marL="3779947" indent="0" algn="ctr">
              <a:buNone/>
              <a:defRPr sz="3307"/>
            </a:lvl5pPr>
            <a:lvl6pPr marL="4724933" indent="0" algn="ctr">
              <a:buNone/>
              <a:defRPr sz="3307"/>
            </a:lvl6pPr>
            <a:lvl7pPr marL="5669920" indent="0" algn="ctr">
              <a:buNone/>
              <a:defRPr sz="3307"/>
            </a:lvl7pPr>
            <a:lvl8pPr marL="6614907" indent="0" algn="ctr">
              <a:buNone/>
              <a:defRPr sz="3307"/>
            </a:lvl8pPr>
            <a:lvl9pPr marL="7559893" indent="0" algn="ctr">
              <a:buNone/>
              <a:defRPr sz="330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111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0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4" y="3668023"/>
            <a:ext cx="21734978" cy="6120177"/>
          </a:xfrm>
        </p:spPr>
        <p:txBody>
          <a:bodyPr anchor="b"/>
          <a:lstStyle>
            <a:lvl1pPr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4" y="9846099"/>
            <a:ext cx="21734978" cy="3218457"/>
          </a:xfrm>
        </p:spPr>
        <p:txBody>
          <a:bodyPr/>
          <a:lstStyle>
            <a:lvl1pPr marL="0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1pPr>
            <a:lvl2pPr marL="944987" indent="0">
              <a:buNone/>
              <a:defRPr sz="4134">
                <a:solidFill>
                  <a:schemeClr val="tx1">
                    <a:tint val="75000"/>
                  </a:schemeClr>
                </a:solidFill>
              </a:defRPr>
            </a:lvl2pPr>
            <a:lvl3pPr marL="1889973" indent="0">
              <a:buNone/>
              <a:defRPr sz="3720">
                <a:solidFill>
                  <a:schemeClr val="tx1">
                    <a:tint val="75000"/>
                  </a:schemeClr>
                </a:solidFill>
              </a:defRPr>
            </a:lvl3pPr>
            <a:lvl4pPr marL="283496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4pPr>
            <a:lvl5pPr marL="377994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5pPr>
            <a:lvl6pPr marL="472493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6pPr>
            <a:lvl7pPr marL="566992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7pPr>
            <a:lvl8pPr marL="661490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8pPr>
            <a:lvl9pPr marL="755989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031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98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783329"/>
            <a:ext cx="21734978" cy="28438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1" y="3606717"/>
            <a:ext cx="10660770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1" y="5374314"/>
            <a:ext cx="10660770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7" y="3606717"/>
            <a:ext cx="10713272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7" y="5374314"/>
            <a:ext cx="10713272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7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251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22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2118393"/>
            <a:ext cx="12757487" cy="10455731"/>
          </a:xfrm>
        </p:spPr>
        <p:txBody>
          <a:bodyPr/>
          <a:lstStyle>
            <a:lvl1pPr>
              <a:defRPr sz="6614"/>
            </a:lvl1pPr>
            <a:lvl2pPr>
              <a:defRPr sz="5787"/>
            </a:lvl2pPr>
            <a:lvl3pPr>
              <a:defRPr sz="4961"/>
            </a:lvl3pPr>
            <a:lvl4pPr>
              <a:defRPr sz="4134"/>
            </a:lvl4pPr>
            <a:lvl5pPr>
              <a:defRPr sz="4134"/>
            </a:lvl5pPr>
            <a:lvl6pPr>
              <a:defRPr sz="4134"/>
            </a:lvl6pPr>
            <a:lvl7pPr>
              <a:defRPr sz="4134"/>
            </a:lvl7pPr>
            <a:lvl8pPr>
              <a:defRPr sz="4134"/>
            </a:lvl8pPr>
            <a:lvl9pPr>
              <a:defRPr sz="4134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69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2118393"/>
            <a:ext cx="12757487" cy="10455731"/>
          </a:xfrm>
        </p:spPr>
        <p:txBody>
          <a:bodyPr anchor="t"/>
          <a:lstStyle>
            <a:lvl1pPr marL="0" indent="0">
              <a:buNone/>
              <a:defRPr sz="6614"/>
            </a:lvl1pPr>
            <a:lvl2pPr marL="944987" indent="0">
              <a:buNone/>
              <a:defRPr sz="5787"/>
            </a:lvl2pPr>
            <a:lvl3pPr marL="1889973" indent="0">
              <a:buNone/>
              <a:defRPr sz="4961"/>
            </a:lvl3pPr>
            <a:lvl4pPr marL="2834960" indent="0">
              <a:buNone/>
              <a:defRPr sz="4134"/>
            </a:lvl4pPr>
            <a:lvl5pPr marL="3779947" indent="0">
              <a:buNone/>
              <a:defRPr sz="4134"/>
            </a:lvl5pPr>
            <a:lvl6pPr marL="4724933" indent="0">
              <a:buNone/>
              <a:defRPr sz="4134"/>
            </a:lvl6pPr>
            <a:lvl7pPr marL="5669920" indent="0">
              <a:buNone/>
              <a:defRPr sz="4134"/>
            </a:lvl7pPr>
            <a:lvl8pPr marL="6614907" indent="0">
              <a:buNone/>
              <a:defRPr sz="4134"/>
            </a:lvl8pPr>
            <a:lvl9pPr marL="7559893" indent="0">
              <a:buNone/>
              <a:defRPr sz="413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233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7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2" y="783328"/>
            <a:ext cx="5433745" cy="1246854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498" y="783328"/>
            <a:ext cx="15986234" cy="1246854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535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783329"/>
            <a:ext cx="21734978" cy="2843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3916642"/>
            <a:ext cx="21734978" cy="93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86A93F-6D44-2341-95C7-2E010A24378A}" type="datetimeFigureOut">
              <a:rPr lang="en-US" smtClean="0"/>
              <a:t>5/7/25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13636726"/>
            <a:ext cx="8504992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067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889973" rtl="0" eaLnBrk="1" latinLnBrk="0" hangingPunct="1">
        <a:lnSpc>
          <a:spcPct val="90000"/>
        </a:lnSpc>
        <a:spcBef>
          <a:spcPct val="0"/>
        </a:spcBef>
        <a:buNone/>
        <a:defRPr sz="90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72493" indent="-472493" algn="l" defTabSz="1889973" rtl="0" eaLnBrk="1" latinLnBrk="0" hangingPunct="1">
        <a:lnSpc>
          <a:spcPct val="90000"/>
        </a:lnSpc>
        <a:spcBef>
          <a:spcPts val="2067"/>
        </a:spcBef>
        <a:buFont typeface="Arial" panose="020B0604020202020204" pitchFamily="34" charset="0"/>
        <a:buChar char="•"/>
        <a:defRPr sz="5787" kern="1200">
          <a:solidFill>
            <a:schemeClr val="tx1"/>
          </a:solidFill>
          <a:latin typeface="+mn-lt"/>
          <a:ea typeface="+mn-ea"/>
          <a:cs typeface="+mn-cs"/>
        </a:defRPr>
      </a:lvl1pPr>
      <a:lvl2pPr marL="141748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36246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3pPr>
      <a:lvl4pPr marL="330745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425244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519742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614241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708740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803238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1pPr>
      <a:lvl2pPr marL="94498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2pPr>
      <a:lvl3pPr marL="188997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3pPr>
      <a:lvl4pPr marL="283496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377994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472493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566992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661490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755989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15BB4-6BA6-2049-8E82-70645DB193B4}"/>
              </a:ext>
            </a:extLst>
          </p:cNvPr>
          <p:cNvSpPr txBox="1"/>
          <p:nvPr/>
        </p:nvSpPr>
        <p:spPr>
          <a:xfrm>
            <a:off x="11808013" y="225572"/>
            <a:ext cx="1091966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Genome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14E54-D4CF-194B-9C3B-AEE4FF6C22B6}"/>
              </a:ext>
            </a:extLst>
          </p:cNvPr>
          <p:cNvSpPr txBox="1"/>
          <p:nvPr/>
        </p:nvSpPr>
        <p:spPr>
          <a:xfrm>
            <a:off x="6317033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1.v1. Unfiltered inserts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80F88-E331-2047-9AD7-ABE3E9C884B3}"/>
              </a:ext>
            </a:extLst>
          </p:cNvPr>
          <p:cNvSpPr txBox="1"/>
          <p:nvPr/>
        </p:nvSpPr>
        <p:spPr>
          <a:xfrm>
            <a:off x="16753247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1.v2. Unfiltered inserts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9F653F-7200-2D41-880A-CA0582D478BF}"/>
              </a:ext>
            </a:extLst>
          </p:cNvPr>
          <p:cNvSpPr txBox="1"/>
          <p:nvPr/>
        </p:nvSpPr>
        <p:spPr>
          <a:xfrm>
            <a:off x="6061962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DBABE2-F8ED-174A-8D10-E377AEB6701E}"/>
              </a:ext>
            </a:extLst>
          </p:cNvPr>
          <p:cNvSpPr txBox="1"/>
          <p:nvPr/>
        </p:nvSpPr>
        <p:spPr>
          <a:xfrm>
            <a:off x="16429633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9E3A89-700F-BD4B-B39C-DD01A77A5980}"/>
              </a:ext>
            </a:extLst>
          </p:cNvPr>
          <p:cNvSpPr txBox="1"/>
          <p:nvPr/>
        </p:nvSpPr>
        <p:spPr>
          <a:xfrm>
            <a:off x="258477" y="156466"/>
            <a:ext cx="4362727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/>
              <a:t>Note: </a:t>
            </a:r>
            <a:r>
              <a:rPr lang="en-US" sz="1600" i="1" dirty="0"/>
              <a:t>The numbers/versions alongside the inserts can be used for version control (e.g. associated with a spreadsheet with all the counts for each step. They do not related to the numbered filtering steps/scripts in the bioinformatic pipeline.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581CBE-81DD-0B46-8031-F67E8607273D}"/>
              </a:ext>
            </a:extLst>
          </p:cNvPr>
          <p:cNvSpPr txBox="1"/>
          <p:nvPr/>
        </p:nvSpPr>
        <p:spPr>
          <a:xfrm>
            <a:off x="606196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E8C63-93C8-384C-B5CC-2DD847BFE618}"/>
              </a:ext>
            </a:extLst>
          </p:cNvPr>
          <p:cNvSpPr txBox="1"/>
          <p:nvPr/>
        </p:nvSpPr>
        <p:spPr>
          <a:xfrm>
            <a:off x="1642963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50C5D7-03F6-1846-A65C-2427BD56E71C}"/>
              </a:ext>
            </a:extLst>
          </p:cNvPr>
          <p:cNvSpPr txBox="1"/>
          <p:nvPr/>
        </p:nvSpPr>
        <p:spPr>
          <a:xfrm>
            <a:off x="6034349" y="51047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82D8C-47B0-3D47-9A60-CC4C6989A90D}"/>
              </a:ext>
            </a:extLst>
          </p:cNvPr>
          <p:cNvSpPr txBox="1"/>
          <p:nvPr/>
        </p:nvSpPr>
        <p:spPr>
          <a:xfrm>
            <a:off x="16402020" y="51510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7531FA-3444-C844-9A50-CF0405B132EA}"/>
              </a:ext>
            </a:extLst>
          </p:cNvPr>
          <p:cNvSpPr txBox="1"/>
          <p:nvPr/>
        </p:nvSpPr>
        <p:spPr>
          <a:xfrm>
            <a:off x="5976550" y="8658063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EFCF4-FD6E-5740-B1AD-844F219CBE0D}"/>
              </a:ext>
            </a:extLst>
          </p:cNvPr>
          <p:cNvSpPr txBox="1"/>
          <p:nvPr/>
        </p:nvSpPr>
        <p:spPr>
          <a:xfrm>
            <a:off x="16475343" y="8759491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6803DC-BA7F-8348-B934-4F6965560027}"/>
              </a:ext>
            </a:extLst>
          </p:cNvPr>
          <p:cNvSpPr txBox="1"/>
          <p:nvPr/>
        </p:nvSpPr>
        <p:spPr>
          <a:xfrm>
            <a:off x="7284800" y="11014490"/>
            <a:ext cx="229832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7.v2. Unique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099BC1-7C5A-7046-99A9-6BBCB024205D}"/>
              </a:ext>
            </a:extLst>
          </p:cNvPr>
          <p:cNvSpPr txBox="1"/>
          <p:nvPr/>
        </p:nvSpPr>
        <p:spPr>
          <a:xfrm>
            <a:off x="4398154" y="11014490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7.v1.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F5C63B-4DB0-AD4D-911F-26DE25E9492B}"/>
              </a:ext>
            </a:extLst>
          </p:cNvPr>
          <p:cNvSpPr txBox="1"/>
          <p:nvPr/>
        </p:nvSpPr>
        <p:spPr>
          <a:xfrm>
            <a:off x="6769847" y="13097145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8.v1. Unique putatively old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A542E3C-41E7-FD46-9C1D-F365971515B2}"/>
              </a:ext>
            </a:extLst>
          </p:cNvPr>
          <p:cNvCxnSpPr>
            <a:cxnSpLocks/>
          </p:cNvCxnSpPr>
          <p:nvPr/>
        </p:nvCxnSpPr>
        <p:spPr>
          <a:xfrm flipH="1">
            <a:off x="8425068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1618980-A340-1F47-82EA-5C084CF4A795}"/>
              </a:ext>
            </a:extLst>
          </p:cNvPr>
          <p:cNvCxnSpPr>
            <a:cxnSpLocks/>
          </p:cNvCxnSpPr>
          <p:nvPr/>
        </p:nvCxnSpPr>
        <p:spPr>
          <a:xfrm>
            <a:off x="13198236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10A0AC-93A2-0041-BFEB-449ECABBB3C5}"/>
              </a:ext>
            </a:extLst>
          </p:cNvPr>
          <p:cNvCxnSpPr>
            <a:cxnSpLocks/>
          </p:cNvCxnSpPr>
          <p:nvPr/>
        </p:nvCxnSpPr>
        <p:spPr>
          <a:xfrm flipH="1">
            <a:off x="5859065" y="10220666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C795674-A231-1A43-9999-A5CAF1038820}"/>
              </a:ext>
            </a:extLst>
          </p:cNvPr>
          <p:cNvCxnSpPr>
            <a:cxnSpLocks/>
          </p:cNvCxnSpPr>
          <p:nvPr/>
        </p:nvCxnSpPr>
        <p:spPr>
          <a:xfrm>
            <a:off x="7907321" y="10215310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D8769D7-6309-EF43-949D-3F5D6A94F337}"/>
              </a:ext>
            </a:extLst>
          </p:cNvPr>
          <p:cNvCxnSpPr>
            <a:cxnSpLocks/>
          </p:cNvCxnSpPr>
          <p:nvPr/>
        </p:nvCxnSpPr>
        <p:spPr>
          <a:xfrm>
            <a:off x="7257320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EF9459E-08E5-9D46-B1F7-DD88BFA29DB7}"/>
              </a:ext>
            </a:extLst>
          </p:cNvPr>
          <p:cNvCxnSpPr>
            <a:cxnSpLocks/>
          </p:cNvCxnSpPr>
          <p:nvPr/>
        </p:nvCxnSpPr>
        <p:spPr>
          <a:xfrm>
            <a:off x="7244108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87FD5F4-0AC1-8348-A9D6-105805AE84E0}"/>
              </a:ext>
            </a:extLst>
          </p:cNvPr>
          <p:cNvCxnSpPr>
            <a:cxnSpLocks/>
          </p:cNvCxnSpPr>
          <p:nvPr/>
        </p:nvCxnSpPr>
        <p:spPr>
          <a:xfrm>
            <a:off x="7225820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2A524E1-5C8A-434E-A3CE-95287F8AE912}"/>
              </a:ext>
            </a:extLst>
          </p:cNvPr>
          <p:cNvCxnSpPr>
            <a:cxnSpLocks/>
          </p:cNvCxnSpPr>
          <p:nvPr/>
        </p:nvCxnSpPr>
        <p:spPr>
          <a:xfrm>
            <a:off x="17610591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DA0B2E-3885-3840-B80A-8EFD30152B76}"/>
              </a:ext>
            </a:extLst>
          </p:cNvPr>
          <p:cNvCxnSpPr>
            <a:cxnSpLocks/>
          </p:cNvCxnSpPr>
          <p:nvPr/>
        </p:nvCxnSpPr>
        <p:spPr>
          <a:xfrm>
            <a:off x="17597379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CCA2B6A-89CA-F947-B4C1-3DC707B03094}"/>
              </a:ext>
            </a:extLst>
          </p:cNvPr>
          <p:cNvCxnSpPr>
            <a:cxnSpLocks/>
          </p:cNvCxnSpPr>
          <p:nvPr/>
        </p:nvCxnSpPr>
        <p:spPr>
          <a:xfrm>
            <a:off x="17579091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42505FD-B585-CB4E-B35F-301B8EB11289}"/>
              </a:ext>
            </a:extLst>
          </p:cNvPr>
          <p:cNvCxnSpPr>
            <a:cxnSpLocks/>
          </p:cNvCxnSpPr>
          <p:nvPr/>
        </p:nvCxnSpPr>
        <p:spPr>
          <a:xfrm>
            <a:off x="8452680" y="12614928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C8DB00C-870A-BC42-8ED2-66844AAD633A}"/>
              </a:ext>
            </a:extLst>
          </p:cNvPr>
          <p:cNvCxnSpPr>
            <a:cxnSpLocks/>
          </p:cNvCxnSpPr>
          <p:nvPr/>
        </p:nvCxnSpPr>
        <p:spPr>
          <a:xfrm>
            <a:off x="7171909" y="813771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9492405-852F-8748-84B8-F43709FA6970}"/>
              </a:ext>
            </a:extLst>
          </p:cNvPr>
          <p:cNvSpPr txBox="1"/>
          <p:nvPr/>
        </p:nvSpPr>
        <p:spPr>
          <a:xfrm>
            <a:off x="258477" y="1676933"/>
            <a:ext cx="1396536" cy="5079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REVISED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1CF808-C665-2141-A432-0720A64D3625}"/>
              </a:ext>
            </a:extLst>
          </p:cNvPr>
          <p:cNvCxnSpPr>
            <a:cxnSpLocks/>
          </p:cNvCxnSpPr>
          <p:nvPr/>
        </p:nvCxnSpPr>
        <p:spPr>
          <a:xfrm>
            <a:off x="17662988" y="8294262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5303DFD-6A6C-7B40-B7CF-0A6F73BC8980}"/>
              </a:ext>
            </a:extLst>
          </p:cNvPr>
          <p:cNvSpPr txBox="1"/>
          <p:nvPr/>
        </p:nvSpPr>
        <p:spPr>
          <a:xfrm>
            <a:off x="6030460" y="6752719"/>
            <a:ext cx="239071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36D22B-6F54-9240-B923-42DFE8F134B7}"/>
              </a:ext>
            </a:extLst>
          </p:cNvPr>
          <p:cNvSpPr txBox="1"/>
          <p:nvPr/>
        </p:nvSpPr>
        <p:spPr>
          <a:xfrm>
            <a:off x="16449308" y="6815594"/>
            <a:ext cx="22961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5.v2.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9B5AE58-014A-EF45-81F8-A04514BF2AA7}"/>
              </a:ext>
            </a:extLst>
          </p:cNvPr>
          <p:cNvCxnSpPr>
            <a:cxnSpLocks/>
          </p:cNvCxnSpPr>
          <p:nvPr/>
        </p:nvCxnSpPr>
        <p:spPr>
          <a:xfrm>
            <a:off x="7221931" y="6257238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F48E10C-BE2D-5145-AA11-4269774ACC6E}"/>
              </a:ext>
            </a:extLst>
          </p:cNvPr>
          <p:cNvCxnSpPr>
            <a:cxnSpLocks/>
          </p:cNvCxnSpPr>
          <p:nvPr/>
        </p:nvCxnSpPr>
        <p:spPr>
          <a:xfrm>
            <a:off x="17610548" y="6320641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n 2">
            <a:extLst>
              <a:ext uri="{FF2B5EF4-FFF2-40B4-BE49-F238E27FC236}">
                <a16:creationId xmlns:a16="http://schemas.microsoft.com/office/drawing/2014/main" id="{4364D50A-9967-C446-80C8-B0D63D927604}"/>
              </a:ext>
            </a:extLst>
          </p:cNvPr>
          <p:cNvSpPr/>
          <p:nvPr/>
        </p:nvSpPr>
        <p:spPr>
          <a:xfrm>
            <a:off x="19087195" y="1575519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Sun 48">
            <a:extLst>
              <a:ext uri="{FF2B5EF4-FFF2-40B4-BE49-F238E27FC236}">
                <a16:creationId xmlns:a16="http://schemas.microsoft.com/office/drawing/2014/main" id="{1AAE7072-21A4-FD45-ACA7-EC5A7A284B71}"/>
              </a:ext>
            </a:extLst>
          </p:cNvPr>
          <p:cNvSpPr/>
          <p:nvPr/>
        </p:nvSpPr>
        <p:spPr>
          <a:xfrm>
            <a:off x="19087195" y="3994265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44967D5-3605-5E4A-B6E5-10E6BE29D6DD}"/>
              </a:ext>
            </a:extLst>
          </p:cNvPr>
          <p:cNvSpPr txBox="1"/>
          <p:nvPr/>
        </p:nvSpPr>
        <p:spPr>
          <a:xfrm>
            <a:off x="17716901" y="11082594"/>
            <a:ext cx="229832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7.v4. Unique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616213D-729F-EB41-A3D3-1CB2C19FB1FE}"/>
              </a:ext>
            </a:extLst>
          </p:cNvPr>
          <p:cNvSpPr txBox="1"/>
          <p:nvPr/>
        </p:nvSpPr>
        <p:spPr>
          <a:xfrm>
            <a:off x="14830255" y="11082594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7.v3.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CEF96A2-DA4C-0945-BABA-141796027DC7}"/>
              </a:ext>
            </a:extLst>
          </p:cNvPr>
          <p:cNvSpPr txBox="1"/>
          <p:nvPr/>
        </p:nvSpPr>
        <p:spPr>
          <a:xfrm>
            <a:off x="17310959" y="1315340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8.v2. Unique putatively old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AC655D3-5B76-BF45-8D8E-AB4AD50DCBCF}"/>
              </a:ext>
            </a:extLst>
          </p:cNvPr>
          <p:cNvCxnSpPr>
            <a:cxnSpLocks/>
          </p:cNvCxnSpPr>
          <p:nvPr/>
        </p:nvCxnSpPr>
        <p:spPr>
          <a:xfrm flipH="1">
            <a:off x="16291166" y="10404517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CEFBD08-A37D-474B-9ADF-36F7C8960033}"/>
              </a:ext>
            </a:extLst>
          </p:cNvPr>
          <p:cNvCxnSpPr>
            <a:cxnSpLocks/>
          </p:cNvCxnSpPr>
          <p:nvPr/>
        </p:nvCxnSpPr>
        <p:spPr>
          <a:xfrm>
            <a:off x="18339422" y="10399161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7F3EF3D-ECA9-1845-8ABE-35845D86126F}"/>
              </a:ext>
            </a:extLst>
          </p:cNvPr>
          <p:cNvCxnSpPr>
            <a:cxnSpLocks/>
          </p:cNvCxnSpPr>
          <p:nvPr/>
        </p:nvCxnSpPr>
        <p:spPr>
          <a:xfrm>
            <a:off x="18884781" y="12683032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un 64">
            <a:extLst>
              <a:ext uri="{FF2B5EF4-FFF2-40B4-BE49-F238E27FC236}">
                <a16:creationId xmlns:a16="http://schemas.microsoft.com/office/drawing/2014/main" id="{DB69A1F4-85B2-0E44-AB34-B61CB6F44BA7}"/>
              </a:ext>
            </a:extLst>
          </p:cNvPr>
          <p:cNvSpPr/>
          <p:nvPr/>
        </p:nvSpPr>
        <p:spPr>
          <a:xfrm>
            <a:off x="20387229" y="11713295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Sun 45">
            <a:extLst>
              <a:ext uri="{FF2B5EF4-FFF2-40B4-BE49-F238E27FC236}">
                <a16:creationId xmlns:a16="http://schemas.microsoft.com/office/drawing/2014/main" id="{D05C800A-54C5-F74E-9FCB-6F12DF209D6E}"/>
              </a:ext>
            </a:extLst>
          </p:cNvPr>
          <p:cNvSpPr/>
          <p:nvPr/>
        </p:nvSpPr>
        <p:spPr>
          <a:xfrm>
            <a:off x="21007435" y="2032719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48FAF8-9EFF-5447-B45F-342E51A576D0}"/>
              </a:ext>
            </a:extLst>
          </p:cNvPr>
          <p:cNvSpPr txBox="1"/>
          <p:nvPr/>
        </p:nvSpPr>
        <p:spPr>
          <a:xfrm>
            <a:off x="21416638" y="1730779"/>
            <a:ext cx="30784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Indicates that step has alternate thresholds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1B0A67-B3DD-7F4E-8558-64AC8DB85BFD}"/>
              </a:ext>
            </a:extLst>
          </p:cNvPr>
          <p:cNvSpPr/>
          <p:nvPr/>
        </p:nvSpPr>
        <p:spPr>
          <a:xfrm>
            <a:off x="20885514" y="1575519"/>
            <a:ext cx="3599671" cy="1103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193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1477</TotalTime>
  <Words>469</Words>
  <Application>Microsoft Macintosh PowerPoint</Application>
  <PresentationFormat>Custom</PresentationFormat>
  <Paragraphs>92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19</cp:revision>
  <dcterms:created xsi:type="dcterms:W3CDTF">2025-03-26T20:16:19Z</dcterms:created>
  <dcterms:modified xsi:type="dcterms:W3CDTF">2025-05-07T08:17:47Z</dcterms:modified>
</cp:coreProperties>
</file>