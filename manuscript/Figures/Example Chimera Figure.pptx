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2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22" d="100"/>
          <a:sy n="122" d="100"/>
        </p:scale>
        <p:origin x="7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7427-58AA-C7B9-56C9-9C3ACB131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2B6BA-BA70-293E-D633-76C977EC3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7E59F-04B8-A054-D7CF-37C0E0B6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B2BCD-3C71-592E-ADC9-BC933FFC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19030-7EDB-469C-CC5A-6B40D40F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69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D7A1F-0BBC-BB37-50D3-A414D9950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EB64D-749D-65BB-6999-94FAF0E3B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D0E46-054B-1CFC-8965-AC18E0D58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BCD78-BDB7-13BA-78AB-2FACEF88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7463-DBBF-B349-F981-398DA9C3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9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07882-5C5A-6D52-6DA9-BCA64342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D885A-6978-777F-09EB-B99CEF443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6DB53-14F9-ED30-70DC-29551B8F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3A67-6C63-F45D-46AD-92B1B2C6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E604C-C112-549C-8DA1-AF1CA126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8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42485-EE94-C68B-321E-15064454E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E31EB-CCD7-B436-18DF-B08AC8DAF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5F9CF-8B43-1378-FA8C-221C08734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640E1-5089-BB77-2B2B-F423AA38F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C13AD-FF6C-7FA5-896E-E7B2E6573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E2E2D-546E-EFE8-91A4-A9CD616E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42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6539-9968-196E-95DD-DEB78C70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58B14-C34E-0880-0CFE-61BFF092D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02E4-307C-1358-78A7-207D6E06D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CB308-5489-8F4C-25D2-4780BCA84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7DA4C-1BEF-D69C-8092-3CDE1E63EA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B78C9-3FC2-E418-ADA4-C9D911DC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0FE32-B0E0-5771-1813-9B786B43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FC5F5B-7DAE-4A6F-7B0D-966C05E12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726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9B81-A96E-4E7A-6A80-98E68DFE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9FF62-936B-6A6E-BA83-E553BEC67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5EAE2-9330-5054-E62A-C813BE13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379A87-9618-5C9F-9B0F-576FE672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4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D9EA6-42B9-A7DC-9530-4B0AC9ED5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A1642-E4F6-4ABC-3183-DE5278AA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D532B-6ED5-C659-B94A-D11CDB3F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7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F501-88CC-EA2A-051B-3E3C09B98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B1551-2CD0-EE52-5576-9234679C8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40A24-5A46-593E-6147-29745599F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8E7BA-7B10-17E6-C322-9089C1B85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C1DB2-8004-2849-60A6-C52793D09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A7B77-7DCF-1866-C265-44FFFC78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5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E4A4-A550-C900-3B17-C5FF6571F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BF5EF-8EC6-1B71-14E9-136A239ED9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D11F4-F3B3-336C-DAA9-F256245F6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47CA5-06AB-9FA1-77C3-614C59A5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98734-88A3-CF06-2264-86286702E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D13A6-A1E1-0430-B65A-9BA4484F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78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0083D-AFC7-7E78-7FB4-D5318BC51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B6B22-FB21-4C50-AE1F-6F653F884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3550E-B4B9-1A80-A322-28E9EF43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D44DD-C680-2D75-005B-F3EA12DB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CEC85-EF23-9CE1-2B2F-17F6B0F4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7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3B1D7-8537-306F-9FD7-114A36313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C8720-7431-BEA1-62A9-E4B63EF60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40ACF-24FE-5890-5B7F-9AC14D639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B9B67-CE46-F25C-E45F-51564B820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F7A24-37D8-35F1-EB29-8D629D97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97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263CE-780B-A0B4-8E01-191B7221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4BDC9-3BC4-3EB6-8382-32001FD5C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3DB8B-1D42-F5C2-710C-E167DE15A6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190D9-91CE-4F48-8384-40566DB89748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0B818-5E90-F379-4411-076117591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AE7F9-7120-293D-CAEF-822C7DD61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E9444-02CD-564E-ADFF-3D8D60357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2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F30F63B-865B-C6B3-FD17-BAC8EA965B25}"/>
              </a:ext>
            </a:extLst>
          </p:cNvPr>
          <p:cNvGrpSpPr/>
          <p:nvPr/>
        </p:nvGrpSpPr>
        <p:grpSpPr>
          <a:xfrm>
            <a:off x="187796" y="2052964"/>
            <a:ext cx="1718954" cy="1321092"/>
            <a:chOff x="6043860" y="609705"/>
            <a:chExt cx="6416949" cy="502107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34360E-DB7E-ACB8-3626-F8B9993A9D43}"/>
                </a:ext>
              </a:extLst>
            </p:cNvPr>
            <p:cNvSpPr/>
            <p:nvPr/>
          </p:nvSpPr>
          <p:spPr>
            <a:xfrm>
              <a:off x="6120063" y="609705"/>
              <a:ext cx="5309938" cy="5021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C03CF-5CF9-952A-7280-C99360F8AB24}"/>
                </a:ext>
              </a:extLst>
            </p:cNvPr>
            <p:cNvSpPr/>
            <p:nvPr/>
          </p:nvSpPr>
          <p:spPr>
            <a:xfrm>
              <a:off x="6043860" y="5354152"/>
              <a:ext cx="284747" cy="276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0776C7F-37DA-F478-59B2-DC7A2DD4367D}"/>
                </a:ext>
              </a:extLst>
            </p:cNvPr>
            <p:cNvSpPr/>
            <p:nvPr/>
          </p:nvSpPr>
          <p:spPr>
            <a:xfrm>
              <a:off x="7150871" y="3848519"/>
              <a:ext cx="5309938" cy="1505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3216933-DF0B-48A7-AAE8-A5D339D4FFC6}"/>
                </a:ext>
              </a:extLst>
            </p:cNvPr>
            <p:cNvSpPr/>
            <p:nvPr/>
          </p:nvSpPr>
          <p:spPr>
            <a:xfrm>
              <a:off x="9829506" y="2217645"/>
              <a:ext cx="1904492" cy="1505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3E0CE5-3C82-90DE-563B-C59FA68F9C75}"/>
              </a:ext>
            </a:extLst>
          </p:cNvPr>
          <p:cNvGrpSpPr/>
          <p:nvPr/>
        </p:nvGrpSpPr>
        <p:grpSpPr>
          <a:xfrm>
            <a:off x="2416253" y="1395243"/>
            <a:ext cx="3487062" cy="4057416"/>
            <a:chOff x="2037415" y="3023321"/>
            <a:chExt cx="3487062" cy="40574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CE6BB7-B01C-F8F4-60D8-27E4D43BF3CC}"/>
                </a:ext>
              </a:extLst>
            </p:cNvPr>
            <p:cNvSpPr/>
            <p:nvPr/>
          </p:nvSpPr>
          <p:spPr>
            <a:xfrm>
              <a:off x="4534207" y="4123617"/>
              <a:ext cx="665473" cy="2734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884872-A19A-0674-D93A-F4BD21F33C29}"/>
                </a:ext>
              </a:extLst>
            </p:cNvPr>
            <p:cNvGrpSpPr/>
            <p:nvPr/>
          </p:nvGrpSpPr>
          <p:grpSpPr>
            <a:xfrm>
              <a:off x="4282068" y="3023321"/>
              <a:ext cx="479426" cy="762515"/>
              <a:chOff x="6043860" y="1227220"/>
              <a:chExt cx="5386141" cy="4680283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3681E1F-E360-C664-4F1D-EDF1D1E83540}"/>
                  </a:ext>
                </a:extLst>
              </p:cNvPr>
              <p:cNvSpPr/>
              <p:nvPr/>
            </p:nvSpPr>
            <p:spPr>
              <a:xfrm>
                <a:off x="9234150" y="1227220"/>
                <a:ext cx="2195851" cy="46802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B4192F7-7C08-CC73-FD78-01E5D6796B8B}"/>
                  </a:ext>
                </a:extLst>
              </p:cNvPr>
              <p:cNvSpPr/>
              <p:nvPr/>
            </p:nvSpPr>
            <p:spPr>
              <a:xfrm>
                <a:off x="6043860" y="5354152"/>
                <a:ext cx="284747" cy="2766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13C8FE2-02E7-B7EB-0D75-C66905509111}"/>
                </a:ext>
              </a:extLst>
            </p:cNvPr>
            <p:cNvGrpSpPr/>
            <p:nvPr/>
          </p:nvGrpSpPr>
          <p:grpSpPr>
            <a:xfrm>
              <a:off x="4841663" y="6211229"/>
              <a:ext cx="374909" cy="525727"/>
              <a:chOff x="6043860" y="1227220"/>
              <a:chExt cx="5386141" cy="4680283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D836E24-85A6-F7E5-3D39-F9833EE0822F}"/>
                  </a:ext>
                </a:extLst>
              </p:cNvPr>
              <p:cNvSpPr/>
              <p:nvPr/>
            </p:nvSpPr>
            <p:spPr>
              <a:xfrm>
                <a:off x="6120064" y="1227220"/>
                <a:ext cx="5309937" cy="46802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DBBFA4B-7997-2371-8B4E-9DA4BB5F52C9}"/>
                  </a:ext>
                </a:extLst>
              </p:cNvPr>
              <p:cNvSpPr/>
              <p:nvPr/>
            </p:nvSpPr>
            <p:spPr>
              <a:xfrm>
                <a:off x="6043860" y="5354152"/>
                <a:ext cx="284747" cy="2766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8870E03-FDDB-797C-B9E5-B044C10FD4BA}"/>
                </a:ext>
              </a:extLst>
            </p:cNvPr>
            <p:cNvGrpSpPr/>
            <p:nvPr/>
          </p:nvGrpSpPr>
          <p:grpSpPr>
            <a:xfrm rot="5400000">
              <a:off x="4931094" y="6506139"/>
              <a:ext cx="282771" cy="461634"/>
              <a:chOff x="6043860" y="1227220"/>
              <a:chExt cx="5386141" cy="4680283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2C4C5E7-7688-8351-271B-15DCFB434EF0}"/>
                  </a:ext>
                </a:extLst>
              </p:cNvPr>
              <p:cNvSpPr/>
              <p:nvPr/>
            </p:nvSpPr>
            <p:spPr>
              <a:xfrm>
                <a:off x="6120064" y="1227220"/>
                <a:ext cx="5309937" cy="468028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3792B52-FFB8-57FE-64A6-B777720D5EDF}"/>
                  </a:ext>
                </a:extLst>
              </p:cNvPr>
              <p:cNvSpPr/>
              <p:nvPr/>
            </p:nvSpPr>
            <p:spPr>
              <a:xfrm>
                <a:off x="6043860" y="5354152"/>
                <a:ext cx="284747" cy="2766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A6E702B-EF58-D778-269B-3759753D8FA0}"/>
                </a:ext>
              </a:extLst>
            </p:cNvPr>
            <p:cNvSpPr/>
            <p:nvPr/>
          </p:nvSpPr>
          <p:spPr>
            <a:xfrm>
              <a:off x="4651203" y="3625153"/>
              <a:ext cx="530241" cy="3038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92B29EC-1783-6A84-0D98-F41C15362B00}"/>
                </a:ext>
              </a:extLst>
            </p:cNvPr>
            <p:cNvSpPr/>
            <p:nvPr/>
          </p:nvSpPr>
          <p:spPr>
            <a:xfrm>
              <a:off x="4651203" y="3104454"/>
              <a:ext cx="464133" cy="326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7E8507E-44B7-85C8-B7D8-4B9AC6B4F250}"/>
                </a:ext>
              </a:extLst>
            </p:cNvPr>
            <p:cNvSpPr/>
            <p:nvPr/>
          </p:nvSpPr>
          <p:spPr>
            <a:xfrm>
              <a:off x="5060344" y="3077346"/>
              <a:ext cx="464133" cy="1097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2B27B5D-93FA-8D44-40BD-B207FC48E58D}"/>
                </a:ext>
              </a:extLst>
            </p:cNvPr>
            <p:cNvSpPr/>
            <p:nvPr/>
          </p:nvSpPr>
          <p:spPr>
            <a:xfrm>
              <a:off x="4626319" y="7035018"/>
              <a:ext cx="74887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96406EC-6D1D-6926-1D7F-A36CE2298E45}"/>
                </a:ext>
              </a:extLst>
            </p:cNvPr>
            <p:cNvSpPr/>
            <p:nvPr/>
          </p:nvSpPr>
          <p:spPr>
            <a:xfrm>
              <a:off x="2037415" y="3030952"/>
              <a:ext cx="475017" cy="384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63C6085-110A-8B44-3D3B-12807FA4DCF3}"/>
              </a:ext>
            </a:extLst>
          </p:cNvPr>
          <p:cNvGrpSpPr/>
          <p:nvPr/>
        </p:nvGrpSpPr>
        <p:grpSpPr>
          <a:xfrm>
            <a:off x="284486" y="1017241"/>
            <a:ext cx="1718954" cy="1321092"/>
            <a:chOff x="6043860" y="609705"/>
            <a:chExt cx="6416949" cy="5021077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29C9471-0EFF-9767-B0D0-7434E2FE13DD}"/>
                </a:ext>
              </a:extLst>
            </p:cNvPr>
            <p:cNvSpPr/>
            <p:nvPr/>
          </p:nvSpPr>
          <p:spPr>
            <a:xfrm>
              <a:off x="6120063" y="609705"/>
              <a:ext cx="5309938" cy="50210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3D791B3-D92A-471A-0D96-5D8EAB9187F7}"/>
                </a:ext>
              </a:extLst>
            </p:cNvPr>
            <p:cNvSpPr/>
            <p:nvPr/>
          </p:nvSpPr>
          <p:spPr>
            <a:xfrm>
              <a:off x="6043860" y="5354152"/>
              <a:ext cx="284747" cy="276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EA7C5A8-5162-989D-56B9-1FC931F669C3}"/>
                </a:ext>
              </a:extLst>
            </p:cNvPr>
            <p:cNvSpPr/>
            <p:nvPr/>
          </p:nvSpPr>
          <p:spPr>
            <a:xfrm>
              <a:off x="7150871" y="3848519"/>
              <a:ext cx="5309938" cy="1505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5921F4F-A218-792C-CDEA-90E91107027D}"/>
                </a:ext>
              </a:extLst>
            </p:cNvPr>
            <p:cNvSpPr/>
            <p:nvPr/>
          </p:nvSpPr>
          <p:spPr>
            <a:xfrm>
              <a:off x="9829506" y="2217645"/>
              <a:ext cx="1904492" cy="1505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510DA89-629E-C3E9-F3F1-6D34D6BAEEF9}"/>
              </a:ext>
            </a:extLst>
          </p:cNvPr>
          <p:cNvGrpSpPr/>
          <p:nvPr/>
        </p:nvGrpSpPr>
        <p:grpSpPr>
          <a:xfrm>
            <a:off x="2941529" y="457282"/>
            <a:ext cx="5199967" cy="4503177"/>
            <a:chOff x="5259921" y="857059"/>
            <a:chExt cx="5199967" cy="450317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183127A-5D19-EA03-C1E0-1EEC5F021160}"/>
                </a:ext>
              </a:extLst>
            </p:cNvPr>
            <p:cNvGrpSpPr/>
            <p:nvPr/>
          </p:nvGrpSpPr>
          <p:grpSpPr>
            <a:xfrm>
              <a:off x="5259921" y="857059"/>
              <a:ext cx="5199967" cy="4503177"/>
              <a:chOff x="292258" y="1508908"/>
              <a:chExt cx="3609453" cy="327887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30BFDCC-3400-6085-A2F5-DF8BE6E15AB6}"/>
                  </a:ext>
                </a:extLst>
              </p:cNvPr>
              <p:cNvGrpSpPr/>
              <p:nvPr/>
            </p:nvGrpSpPr>
            <p:grpSpPr>
              <a:xfrm>
                <a:off x="334656" y="1602154"/>
                <a:ext cx="3567055" cy="3136913"/>
                <a:chOff x="869069" y="1497526"/>
                <a:chExt cx="3567055" cy="3136913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0E0BB9F0-7C0C-E4A7-6328-B3EB62F4CC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10689" r="8192"/>
                <a:stretch/>
              </p:blipFill>
              <p:spPr>
                <a:xfrm>
                  <a:off x="869069" y="1532961"/>
                  <a:ext cx="3198611" cy="3101478"/>
                </a:xfrm>
                <a:prstGeom prst="rect">
                  <a:avLst/>
                </a:prstGeom>
              </p:spPr>
            </p:pic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FF2D2AC-81F4-8269-9576-F7AAEBF3EB4C}"/>
                    </a:ext>
                  </a:extLst>
                </p:cNvPr>
                <p:cNvSpPr/>
                <p:nvPr/>
              </p:nvSpPr>
              <p:spPr>
                <a:xfrm>
                  <a:off x="3788797" y="1497526"/>
                  <a:ext cx="647327" cy="6473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" name="Donut 13">
                <a:extLst>
                  <a:ext uri="{FF2B5EF4-FFF2-40B4-BE49-F238E27FC236}">
                    <a16:creationId xmlns:a16="http://schemas.microsoft.com/office/drawing/2014/main" id="{DA3E99DF-42FA-725A-0D84-5FCD70CB0FAC}"/>
                  </a:ext>
                </a:extLst>
              </p:cNvPr>
              <p:cNvSpPr/>
              <p:nvPr/>
            </p:nvSpPr>
            <p:spPr>
              <a:xfrm>
                <a:off x="292258" y="1508908"/>
                <a:ext cx="3277627" cy="3278872"/>
              </a:xfrm>
              <a:prstGeom prst="donut">
                <a:avLst>
                  <a:gd name="adj" fmla="val 15593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989DB17-4F92-712C-2DE2-BFF847F7B230}"/>
                </a:ext>
              </a:extLst>
            </p:cNvPr>
            <p:cNvSpPr/>
            <p:nvPr/>
          </p:nvSpPr>
          <p:spPr>
            <a:xfrm>
              <a:off x="6153247" y="1719477"/>
              <a:ext cx="2892342" cy="276511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DCAFEE28-DD1B-7E3B-2292-8E6100D89A0B}"/>
                </a:ext>
              </a:extLst>
            </p:cNvPr>
            <p:cNvSpPr/>
            <p:nvPr/>
          </p:nvSpPr>
          <p:spPr>
            <a:xfrm rot="19224230">
              <a:off x="6411949" y="2051880"/>
              <a:ext cx="692728" cy="195357"/>
            </a:xfrm>
            <a:prstGeom prst="arc">
              <a:avLst>
                <a:gd name="adj1" fmla="val 16200000"/>
                <a:gd name="adj2" fmla="val 20854564"/>
              </a:avLst>
            </a:prstGeom>
            <a:ln w="476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A9BD4818-B482-7CEB-22E9-80AD48DB9440}"/>
                </a:ext>
              </a:extLst>
            </p:cNvPr>
            <p:cNvSpPr/>
            <p:nvPr/>
          </p:nvSpPr>
          <p:spPr>
            <a:xfrm rot="921649">
              <a:off x="7569275" y="1822870"/>
              <a:ext cx="806980" cy="195357"/>
            </a:xfrm>
            <a:prstGeom prst="arc">
              <a:avLst>
                <a:gd name="adj1" fmla="val 12815888"/>
                <a:gd name="adj2" fmla="val 20679937"/>
              </a:avLst>
            </a:prstGeom>
            <a:ln w="476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A6A634F5-4659-B3B2-E1F7-070A8849F7A0}"/>
                </a:ext>
              </a:extLst>
            </p:cNvPr>
            <p:cNvSpPr/>
            <p:nvPr/>
          </p:nvSpPr>
          <p:spPr>
            <a:xfrm rot="7907387">
              <a:off x="8217900" y="3878165"/>
              <a:ext cx="692728" cy="195357"/>
            </a:xfrm>
            <a:prstGeom prst="arc">
              <a:avLst>
                <a:gd name="adj1" fmla="val 19163964"/>
                <a:gd name="adj2" fmla="val 20854564"/>
              </a:avLst>
            </a:prstGeom>
            <a:ln w="47625">
              <a:solidFill>
                <a:srgbClr val="FD01F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5A3ADFCA-2D24-2972-BCEE-EA0031A6774E}"/>
                </a:ext>
              </a:extLst>
            </p:cNvPr>
            <p:cNvSpPr/>
            <p:nvPr/>
          </p:nvSpPr>
          <p:spPr>
            <a:xfrm rot="14391889">
              <a:off x="6103099" y="3619513"/>
              <a:ext cx="692728" cy="195357"/>
            </a:xfrm>
            <a:prstGeom prst="arc">
              <a:avLst>
                <a:gd name="adj1" fmla="val 12202117"/>
                <a:gd name="adj2" fmla="val 20394954"/>
              </a:avLst>
            </a:prstGeom>
            <a:ln w="476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3BC00DFE-9148-E40A-F026-AD71FC7847E4}"/>
                </a:ext>
              </a:extLst>
            </p:cNvPr>
            <p:cNvSpPr/>
            <p:nvPr/>
          </p:nvSpPr>
          <p:spPr>
            <a:xfrm rot="6288426">
              <a:off x="8480784" y="3275688"/>
              <a:ext cx="758001" cy="229939"/>
            </a:xfrm>
            <a:prstGeom prst="arc">
              <a:avLst>
                <a:gd name="adj1" fmla="val 11671931"/>
                <a:gd name="adj2" fmla="val 20716707"/>
              </a:avLst>
            </a:prstGeom>
            <a:ln w="47625">
              <a:solidFill>
                <a:srgbClr val="96CD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AD2125F-4635-51E7-FD04-20D347DD5D0A}"/>
              </a:ext>
            </a:extLst>
          </p:cNvPr>
          <p:cNvGrpSpPr/>
          <p:nvPr/>
        </p:nvGrpSpPr>
        <p:grpSpPr>
          <a:xfrm>
            <a:off x="2514259" y="1555512"/>
            <a:ext cx="5934830" cy="3826112"/>
            <a:chOff x="5367580" y="2017790"/>
            <a:chExt cx="5934830" cy="3826112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7B1B99D-17DB-961B-C87B-4B0851D06BB8}"/>
                </a:ext>
              </a:extLst>
            </p:cNvPr>
            <p:cNvCxnSpPr>
              <a:cxnSpLocks/>
            </p:cNvCxnSpPr>
            <p:nvPr/>
          </p:nvCxnSpPr>
          <p:spPr>
            <a:xfrm>
              <a:off x="5367580" y="5424183"/>
              <a:ext cx="1737366" cy="0"/>
            </a:xfrm>
            <a:prstGeom prst="line">
              <a:avLst/>
            </a:prstGeom>
            <a:ln w="4445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2CBD035-0EE5-D9AD-1B0E-F301B375BA35}"/>
                </a:ext>
              </a:extLst>
            </p:cNvPr>
            <p:cNvCxnSpPr>
              <a:cxnSpLocks/>
            </p:cNvCxnSpPr>
            <p:nvPr/>
          </p:nvCxnSpPr>
          <p:spPr>
            <a:xfrm>
              <a:off x="8920303" y="5423642"/>
              <a:ext cx="2382107" cy="0"/>
            </a:xfrm>
            <a:prstGeom prst="line">
              <a:avLst/>
            </a:prstGeom>
            <a:ln w="4445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CB1CCC7C-F7F9-7467-239A-CCB671A366C6}"/>
                </a:ext>
              </a:extLst>
            </p:cNvPr>
            <p:cNvGrpSpPr/>
            <p:nvPr/>
          </p:nvGrpSpPr>
          <p:grpSpPr>
            <a:xfrm>
              <a:off x="7012910" y="2017790"/>
              <a:ext cx="2274712" cy="3826112"/>
              <a:chOff x="7012910" y="2017790"/>
              <a:chExt cx="2274712" cy="3826112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2D7A989B-BB94-0B69-4C06-370398C3C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4946" y="5424183"/>
                <a:ext cx="379635" cy="0"/>
              </a:xfrm>
              <a:prstGeom prst="line">
                <a:avLst/>
              </a:prstGeom>
              <a:ln w="444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2B6584F-9873-8D83-BAE9-098B67372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82978" y="5424183"/>
                <a:ext cx="607164" cy="0"/>
              </a:xfrm>
              <a:prstGeom prst="line">
                <a:avLst/>
              </a:prstGeom>
              <a:ln w="44450">
                <a:solidFill>
                  <a:srgbClr val="96CD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C24898C-8C14-BF9B-B3D2-87F878CE48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9439" y="5424183"/>
                <a:ext cx="267128" cy="0"/>
              </a:xfrm>
              <a:prstGeom prst="line">
                <a:avLst/>
              </a:prstGeom>
              <a:ln w="4445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52D7287-32DD-5134-C148-49215F2FB6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5682" y="5424183"/>
                <a:ext cx="153560" cy="0"/>
              </a:xfrm>
              <a:prstGeom prst="line">
                <a:avLst/>
              </a:prstGeom>
              <a:ln w="44450">
                <a:solidFill>
                  <a:srgbClr val="FD01F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8352332C-B0C0-F71F-E488-0ED0A8C319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242" y="5424183"/>
                <a:ext cx="412750" cy="0"/>
              </a:xfrm>
              <a:prstGeom prst="line">
                <a:avLst/>
              </a:prstGeom>
              <a:ln w="4445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BA10D262-122D-A500-B19E-930C5168E581}"/>
                  </a:ext>
                </a:extLst>
              </p:cNvPr>
              <p:cNvGrpSpPr/>
              <p:nvPr/>
            </p:nvGrpSpPr>
            <p:grpSpPr>
              <a:xfrm>
                <a:off x="7012910" y="2017790"/>
                <a:ext cx="2274712" cy="3333067"/>
                <a:chOff x="6533226" y="1960268"/>
                <a:chExt cx="2274712" cy="3333067"/>
              </a:xfrm>
            </p:grpSpPr>
            <p:cxnSp>
              <p:nvCxnSpPr>
                <p:cNvPr id="76" name="Straight Arrow Connector 75">
                  <a:extLst>
                    <a:ext uri="{FF2B5EF4-FFF2-40B4-BE49-F238E27FC236}">
                      <a16:creationId xmlns:a16="http://schemas.microsoft.com/office/drawing/2014/main" id="{8A0501C3-EC14-063A-9460-E54A364F38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06876" y="3672862"/>
                  <a:ext cx="1501062" cy="162047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A9E0A9AA-C7A9-5C35-3D96-32801DEC84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952778" y="4255477"/>
                  <a:ext cx="445064" cy="103785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Arrow Connector 79">
                  <a:extLst>
                    <a:ext uri="{FF2B5EF4-FFF2-40B4-BE49-F238E27FC236}">
                      <a16:creationId xmlns:a16="http://schemas.microsoft.com/office/drawing/2014/main" id="{0EAC12AA-58E7-3372-1E65-DA91B45380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33226" y="3927231"/>
                  <a:ext cx="1754972" cy="132303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6F7ECFBA-09B4-D253-A179-92B75C1000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54733" y="2067606"/>
                  <a:ext cx="888586" cy="321051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188FE7B6-A8CC-5492-B087-4FB97D44E9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805682" y="1960268"/>
                  <a:ext cx="1223876" cy="331743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6D7B145-3C16-55E4-1C00-7535E41991AE}"/>
                  </a:ext>
                </a:extLst>
              </p:cNvPr>
              <p:cNvSpPr txBox="1"/>
              <p:nvPr/>
            </p:nvSpPr>
            <p:spPr>
              <a:xfrm>
                <a:off x="7194279" y="5474570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chimeric insert</a:t>
                </a: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17DAB6F-C05F-2518-3C25-9A3F5C7CCC87}"/>
                </a:ext>
              </a:extLst>
            </p:cNvPr>
            <p:cNvSpPr txBox="1"/>
            <p:nvPr/>
          </p:nvSpPr>
          <p:spPr>
            <a:xfrm>
              <a:off x="9542806" y="5474567"/>
              <a:ext cx="1070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host DNA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64F2E93-A691-A5A6-1D18-EAB2E27C249F}"/>
                </a:ext>
              </a:extLst>
            </p:cNvPr>
            <p:cNvSpPr txBox="1"/>
            <p:nvPr/>
          </p:nvSpPr>
          <p:spPr>
            <a:xfrm>
              <a:off x="5651658" y="5454562"/>
              <a:ext cx="1070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host DNA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D375465-451D-F2F4-7C47-C6D7EC70ED11}"/>
              </a:ext>
            </a:extLst>
          </p:cNvPr>
          <p:cNvSpPr txBox="1"/>
          <p:nvPr/>
        </p:nvSpPr>
        <p:spPr>
          <a:xfrm>
            <a:off x="8492359" y="1250731"/>
            <a:ext cx="324960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just a cartoon style</a:t>
            </a:r>
          </a:p>
          <a:p>
            <a:r>
              <a:rPr lang="en-US" dirty="0"/>
              <a:t>figure for a talk I gave at </a:t>
            </a:r>
            <a:r>
              <a:rPr lang="en-US" dirty="0" err="1"/>
              <a:t>ento</a:t>
            </a:r>
            <a:endParaRPr lang="en-US" dirty="0"/>
          </a:p>
          <a:p>
            <a:r>
              <a:rPr lang="en-US" dirty="0"/>
              <a:t>conference but could be made</a:t>
            </a:r>
          </a:p>
          <a:p>
            <a:r>
              <a:rPr lang="en-US" dirty="0"/>
              <a:t>into a proper figure with more </a:t>
            </a:r>
          </a:p>
          <a:p>
            <a:r>
              <a:rPr lang="en-US" dirty="0"/>
              <a:t>detail. The </a:t>
            </a:r>
            <a:r>
              <a:rPr lang="en-US" dirty="0" err="1"/>
              <a:t>coloured</a:t>
            </a:r>
            <a:r>
              <a:rPr lang="en-US" dirty="0"/>
              <a:t> lines inside </a:t>
            </a:r>
          </a:p>
          <a:p>
            <a:r>
              <a:rPr lang="en-US" dirty="0"/>
              <a:t>the circle could be given proper</a:t>
            </a:r>
          </a:p>
          <a:p>
            <a:r>
              <a:rPr lang="en-US" dirty="0"/>
              <a:t>numbers from an actual genome</a:t>
            </a:r>
          </a:p>
          <a:p>
            <a:r>
              <a:rPr lang="en-US" dirty="0"/>
              <a:t>based on one of the BLAST</a:t>
            </a:r>
          </a:p>
          <a:p>
            <a:r>
              <a:rPr lang="en-US" dirty="0"/>
              <a:t>chimera diagrams</a:t>
            </a:r>
          </a:p>
        </p:txBody>
      </p:sp>
    </p:spTree>
    <p:extLst>
      <p:ext uri="{BB962C8B-B14F-4D97-AF65-F5344CB8AC3E}">
        <p14:creationId xmlns:p14="http://schemas.microsoft.com/office/powerpoint/2010/main" val="17240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Lo</dc:creator>
  <cp:lastModifiedBy>Nathan Lo</cp:lastModifiedBy>
  <cp:revision>2</cp:revision>
  <dcterms:created xsi:type="dcterms:W3CDTF">2025-12-07T23:33:26Z</dcterms:created>
  <dcterms:modified xsi:type="dcterms:W3CDTF">2025-12-07T23:48:21Z</dcterms:modified>
</cp:coreProperties>
</file>